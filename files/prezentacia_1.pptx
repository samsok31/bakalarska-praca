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57" r:id="rId7"/>
    <p:sldId id="265" r:id="rId8"/>
    <p:sldId id="266" r:id="rId9"/>
    <p:sldId id="259" r:id="rId10"/>
    <p:sldId id="263" r:id="rId11"/>
    <p:sldId id="264" r:id="rId12"/>
    <p:sldId id="262" r:id="rId13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5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628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26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2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32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09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98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4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05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91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39FF2CBF-9B33-605F-1DA4-83A9FCC3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2E284DE-AB43-1296-3166-892F44A3A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D316987-10E1-8667-A311-5ACF6A5DB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1715389"/>
            <a:ext cx="9932132" cy="3640303"/>
          </a:xfrm>
        </p:spPr>
        <p:txBody>
          <a:bodyPr anchor="t">
            <a:normAutofit/>
          </a:bodyPr>
          <a:lstStyle/>
          <a:p>
            <a:r>
              <a:rPr lang="sk-SK" sz="6000" dirty="0">
                <a:solidFill>
                  <a:srgbClr val="FFFFFF"/>
                </a:solidFill>
              </a:rPr>
              <a:t>Využitie umelej inteligencie pri vývoji softvéru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1D4E783-F86D-C918-7762-C1C061197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r>
              <a:rPr lang="sk-SK" sz="2000" dirty="0">
                <a:solidFill>
                  <a:srgbClr val="FFFFFF"/>
                </a:solidFill>
              </a:rPr>
              <a:t>Samuel Sokol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3652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2DF51-31F7-EE61-9E07-14E8DA39F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7AE61D-E1B8-8517-B747-99902A898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435895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Výber a priblíženie témy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495B2BE-F426-8948-D071-6F8CACF3E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40641"/>
            <a:ext cx="10890928" cy="3566160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Prvotná myšlienka – prepojiť AI a programovanie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Skúmať limity, silné a slabé stránky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zdrojového kódu </a:t>
            </a:r>
          </a:p>
          <a:p>
            <a:pPr lvl="0"/>
            <a:r>
              <a:rPr lang="sk-SK" sz="2500" b="1" dirty="0">
                <a:solidFill>
                  <a:schemeClr val="bg1"/>
                </a:solidFill>
              </a:rPr>
              <a:t>Agentický AI systém - plánuje kroky, rozkladá problém, validuje riešenia, pracuje so štruktúrovanými znalosťami</a:t>
            </a:r>
          </a:p>
        </p:txBody>
      </p:sp>
    </p:spTree>
    <p:extLst>
      <p:ext uri="{BB962C8B-B14F-4D97-AF65-F5344CB8AC3E}">
        <p14:creationId xmlns:p14="http://schemas.microsoft.com/office/powerpoint/2010/main" val="41962674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7E0EE-A7DC-51CA-F7F0-1E599DD3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993" y="1365166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Kontext problému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0AB0F65-A22A-B1B7-35BD-5F3D7D937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994" y="266254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Posun od manuálneho vývoja k AI-asistovanému programovaniu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LLM ako generátory kódu, dokumentácie a návrhov riešení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Zmena roly vývojára – od implementácie k riadeniu a validácii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Obmedzenia súčasných modelov pri komplexných systémoch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Smerovanie k agentickým a autonómnym AI systémom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691549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B1382-D122-6A43-519D-57B34650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A7E189-820B-DC13-C76D-3C970BA9C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799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LLM pri generovaní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18D513B-715C-2C90-9BBE-CC28CC12B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076757"/>
            <a:ext cx="10890928" cy="478124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Silné stránky:	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generovanie krátkych funkcií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dopĺňanie existujúceho kódu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tvorba dokumentácie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rýchle prototypovanie</a:t>
            </a:r>
          </a:p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Slabé stránky: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logické chyby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problém s globálnym kontextom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navrhovanie architektúry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konzistencia medzi funkciami pri komplexných úlohách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halucinácie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9799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564ACF-8F14-2D70-574E-04B27FE1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A9AEA4-02C5-C759-E3C4-AFC419CFD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00883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Prístupy k zlepšeniu generovania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06B3F5D-51E8-FAE7-14E3-4198F0F7A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776844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Prompt engineering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In-context learning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Chain-of-Thought prístup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Fine-tuning a doménová adaptácia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Retrieval-Augmented Generation (RAG)</a:t>
            </a:r>
          </a:p>
          <a:p>
            <a:endParaRPr lang="sk-SK" sz="2500" dirty="0">
              <a:solidFill>
                <a:schemeClr val="bg1"/>
              </a:solidFill>
            </a:endParaRP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856438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AD5128-B43E-D578-BDC1-C9B179658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7A802D-F5FC-A5C7-A613-18412A39F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322174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Cieľ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6AB18E-A40A-4A5E-7D28-2D74ED4B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496887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Transformácia zadania na prípad použitia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Rozklad na funkčné jednotky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implementácií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Validácia funkcií a programu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výsledného riešenia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GraphRAG znalostnej bázy a jej dopĺňanie 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10109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827A6-DA40-E7CC-55DB-D36739E08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BF6DEA-4200-01A9-9ACA-49D3E78C1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2933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Aktuálny stav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6FB301B-5277-1B6F-5CEE-3D318842F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1835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Vypracovaná analytická kapitola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Implementovaná prvá verzia pipeline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Funkčné generovanie, validácia funkcií a integrácia funkcií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Neo4j a GraphRAG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Dopĺňanie znalostnej bázy</a:t>
            </a:r>
          </a:p>
        </p:txBody>
      </p:sp>
    </p:spTree>
    <p:extLst>
      <p:ext uri="{BB962C8B-B14F-4D97-AF65-F5344CB8AC3E}">
        <p14:creationId xmlns:p14="http://schemas.microsoft.com/office/powerpoint/2010/main" val="3413734222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A998F1-5261-87B3-ABCF-4D7E5699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3A9AE8-31E6-8EA0-4FD4-A571EE2B8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7" y="1443618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Plánované doplnenie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88B146F-F109-C0C3-9768-A3A49FC12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25499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Zdokonalenie súčasnej verzie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Návrh testovacích scenárov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Definovanie metrík kvality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Porovnanie s klasickým LLM prístupom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Vyhodnotenie úspešnosti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4784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969E0A-CB78-DA04-F77B-53620D61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FEAC617-E2FA-89E3-1D3A-D92B80F13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F7E3E171-8C8D-8452-F6A2-4DAB13E70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FCD9D8-7503-14DF-59A7-52F6D09A1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113F59F-E242-F098-9399-31D466115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2172708"/>
            <a:ext cx="10147659" cy="3640303"/>
          </a:xfrm>
        </p:spPr>
        <p:txBody>
          <a:bodyPr anchor="t">
            <a:normAutofit/>
          </a:bodyPr>
          <a:lstStyle/>
          <a:p>
            <a:r>
              <a:rPr lang="sk-SK" sz="8000" dirty="0">
                <a:solidFill>
                  <a:srgbClr val="FFFFFF"/>
                </a:solidFill>
              </a:rPr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569B426-63F2-4D58-C0E6-CBD75F9D8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66850C-B75B-3E3F-AC6E-C7BFC5A1B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3508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B12F2B0132DBD4EB8B6F86465EC0236" ma:contentTypeVersion="6" ma:contentTypeDescription="Umožňuje vytvoriť nový dokument." ma:contentTypeScope="" ma:versionID="d5a5e0b49b178d61f9ecd41930540663">
  <xsd:schema xmlns:xsd="http://www.w3.org/2001/XMLSchema" xmlns:xs="http://www.w3.org/2001/XMLSchema" xmlns:p="http://schemas.microsoft.com/office/2006/metadata/properties" xmlns:ns3="800fcd6c-1b80-4ef0-bca0-4dfac907e310" targetNamespace="http://schemas.microsoft.com/office/2006/metadata/properties" ma:root="true" ma:fieldsID="cd5e29a00545eaf977b3600ef8c11f13" ns3:_="">
    <xsd:import namespace="800fcd6c-1b80-4ef0-bca0-4dfac907e3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Auto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0fcd6c-1b80-4ef0-bca0-4dfac907e3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73D0BA0-5522-438B-8ECA-C13BF2058805}">
  <ds:schemaRefs>
    <ds:schemaRef ds:uri="800fcd6c-1b80-4ef0-bca0-4dfac907e310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8DB316FC-9B84-4E00-AC3C-F9BC3EC7A8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EDBA1B-6753-4522-B79F-AE422852F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0fcd6c-1b80-4ef0-bca0-4dfac907e3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215</Words>
  <Application>Microsoft Office PowerPoint</Application>
  <PresentationFormat>Širokouhlá</PresentationFormat>
  <Paragraphs>51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Grandview Display</vt:lpstr>
      <vt:lpstr>Neue Haas Grotesk Text Pro</vt:lpstr>
      <vt:lpstr>DashVTI</vt:lpstr>
      <vt:lpstr>Využitie umelej inteligencie pri vývoji softvéru</vt:lpstr>
      <vt:lpstr>Výber a priblíženie témy</vt:lpstr>
      <vt:lpstr>Kontext problému</vt:lpstr>
      <vt:lpstr>LLM pri generovaní kódu</vt:lpstr>
      <vt:lpstr>Prístupy k zlepšeniu generovania kódu</vt:lpstr>
      <vt:lpstr>Cieľ práce</vt:lpstr>
      <vt:lpstr>Aktuálny stav</vt:lpstr>
      <vt:lpstr>Plánované doplnenie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Sokol Samuel</dc:creator>
  <cp:lastModifiedBy>Sokol Samuel</cp:lastModifiedBy>
  <cp:revision>4</cp:revision>
  <dcterms:created xsi:type="dcterms:W3CDTF">2026-03-02T14:19:42Z</dcterms:created>
  <dcterms:modified xsi:type="dcterms:W3CDTF">2026-03-03T09:09:18Z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0x0101001B12F2B0132DBD4EB8B6F86465EC0236</vt:lpwstr>
  </property>
</Properties>
</file>